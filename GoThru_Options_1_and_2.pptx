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005840"/>
            <a:ext cx="91440" cy="4434840"/>
          </a:xfrm>
          <a:prstGeom prst="rect">
            <a:avLst/>
          </a:prstGeom>
          <a:solidFill>
            <a:srgbClr val="684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143000"/>
            <a:ext cx="914400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Inter"/>
              </a:defRPr>
            </a:pPr>
            <a:r>
              <a:t>GoThru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194560"/>
            <a:ext cx="10058400" cy="10515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App Store Screenshot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337560"/>
            <a:ext cx="914400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400" b="0">
                <a:solidFill>
                  <a:srgbClr val="CCC1FC"/>
                </a:solidFill>
                <a:latin typeface="Inter"/>
              </a:defRPr>
            </a:pPr>
            <a:r>
              <a:t>Option 1 vs. Option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285232"/>
            <a:ext cx="100584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600" b="0">
                <a:solidFill>
                  <a:srgbClr val="B4B6CA"/>
                </a:solidFill>
                <a:latin typeface="Inter"/>
              </a:defRPr>
            </a:pPr>
            <a:r>
              <a:t>6 features  •  Apple App Store &amp; Google Play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475488"/>
            <a:ext cx="73152" cy="585216"/>
          </a:xfrm>
          <a:prstGeom prst="rect">
            <a:avLst/>
          </a:prstGeom>
          <a:solidFill>
            <a:srgbClr val="3EC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93776"/>
            <a:ext cx="27432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3EC5D1"/>
                </a:solidFill>
                <a:latin typeface="Inter"/>
              </a:defRPr>
            </a:pPr>
            <a:r>
              <a:t>OPTION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05840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Inter"/>
              </a:defRPr>
            </a:pPr>
            <a:r>
              <a:t>GoThru · App Store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1005840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500" b="0">
                <a:solidFill>
                  <a:srgbClr val="B4B6CA"/>
                </a:solidFill>
                <a:latin typeface="Inter"/>
              </a:defRPr>
            </a:pPr>
            <a:r>
              <a:t>Solid-color layouts featuring real in-app content.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221992"/>
            <a:ext cx="1618488" cy="35112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25312"/>
            <a:ext cx="1773936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Inter"/>
              </a:defRPr>
            </a:pPr>
            <a:r>
              <a:t>01  360° Viewer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221992"/>
            <a:ext cx="1618488" cy="3511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06040" y="5925312"/>
            <a:ext cx="1773936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Inter"/>
              </a:defRPr>
            </a:pPr>
            <a:r>
              <a:t>02  Tour Management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221992"/>
            <a:ext cx="1618488" cy="35112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4568" y="5925312"/>
            <a:ext cx="1773936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Inter"/>
              </a:defRPr>
            </a:pPr>
            <a:r>
              <a:t>03  Camera Capture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2221992"/>
            <a:ext cx="1618488" cy="35112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83096" y="5925312"/>
            <a:ext cx="1773936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Inter"/>
              </a:defRPr>
            </a:pPr>
            <a:r>
              <a:t>04  Image Connector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2221992"/>
            <a:ext cx="1618488" cy="35112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21624" y="5925312"/>
            <a:ext cx="1773936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Inter"/>
              </a:defRPr>
            </a:pPr>
            <a:r>
              <a:t>05  Interactive Map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0152" y="2221992"/>
            <a:ext cx="1618488" cy="35112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360152" y="5925312"/>
            <a:ext cx="1773936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Inter"/>
              </a:defRPr>
            </a:pPr>
            <a:r>
              <a:t>06  GoThru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566928"/>
            <a:ext cx="5943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1200" b="0">
                <a:solidFill>
                  <a:srgbClr val="B4B6CA"/>
                </a:solidFill>
                <a:latin typeface="Inter"/>
              </a:defRPr>
            </a:pPr>
            <a:r>
              <a:t>1 /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475488"/>
            <a:ext cx="73152" cy="585216"/>
          </a:xfrm>
          <a:prstGeom prst="rect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93776"/>
            <a:ext cx="27432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AE8BFF"/>
                </a:solidFill>
                <a:latin typeface="Inter"/>
              </a:defRPr>
            </a:pPr>
            <a:r>
              <a:t>OPTION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05840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Inter"/>
              </a:defRPr>
            </a:pPr>
            <a:r>
              <a:t>GoThru · App Store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1005840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500" b="0">
                <a:solidFill>
                  <a:srgbClr val="B4B6CA"/>
                </a:solidFill>
                <a:latin typeface="Inter"/>
              </a:defRPr>
            </a:pPr>
            <a:r>
              <a:t>Violet backgrounds, bold typography, and playful accents.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221992"/>
            <a:ext cx="1618488" cy="35112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25312"/>
            <a:ext cx="1773936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Inter"/>
              </a:defRPr>
            </a:pPr>
            <a:r>
              <a:t>01  360° Viewer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221992"/>
            <a:ext cx="1618488" cy="3511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06040" y="5925312"/>
            <a:ext cx="1773936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Inter"/>
              </a:defRPr>
            </a:pPr>
            <a:r>
              <a:t>02  Tour Management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221992"/>
            <a:ext cx="1618488" cy="35112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4568" y="5925312"/>
            <a:ext cx="1773936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Inter"/>
              </a:defRPr>
            </a:pPr>
            <a:r>
              <a:t>03  Camera Capture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2221992"/>
            <a:ext cx="1618488" cy="35112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83096" y="5925312"/>
            <a:ext cx="1773936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Inter"/>
              </a:defRPr>
            </a:pPr>
            <a:r>
              <a:t>04  Image Connector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2221992"/>
            <a:ext cx="1618488" cy="35112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21624" y="5925312"/>
            <a:ext cx="1773936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Inter"/>
              </a:defRPr>
            </a:pPr>
            <a:r>
              <a:t>05  Interactive Map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0152" y="2221992"/>
            <a:ext cx="1618488" cy="35112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360152" y="5925312"/>
            <a:ext cx="1773936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Inter"/>
              </a:defRPr>
            </a:pPr>
            <a:r>
              <a:t>06  GoThru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566928"/>
            <a:ext cx="5943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1200" b="0">
                <a:solidFill>
                  <a:srgbClr val="B4B6CA"/>
                </a:solidFill>
                <a:latin typeface="Inter"/>
              </a:defRPr>
            </a:pPr>
            <a: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